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This talk is a case study: we used an AI coding agent to build a complete GPU micromagnetic simulator from scratch, validated it against the community standards, and — the punchline — the validation infrastructure itself caught a real GPU concurrency bug. So it is as much about a verification methodology as about the code. Target venue: npj Computational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Motivation. Two open questions. First, can an agent produce something real — validated and fast — not a demo? Second, and more subtle: how do we trust it? Micromagnetics is an ideal testbed because the field has mature reference solvers and the NIST µMAG standard problems to anchor correctness. Note prior AI-for-science work mostly optimized existing codes; building and validating one from scratch is harder, and that's what we do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built. A full C++20/CUDA simulator with a Python API, solving the Landau-Lifshitz-Gilbert and stochastic-LLG equations. The headline differentiator versus the mumax family is double precision — they are float32-only — plus a second FFT backend (VkFFT) and a broad native physics set: spin-orbit and spin-transfer torques, DMI, RKKY, magnetoelastic, per-cell materials. Three integrators plus energy minimizers, with an auto-selection helper.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was built. A root specification file fixes the architecture layering, SI conventions, and the test map. The agent implements each feature as a CUDA kernel plus a CPU reference plus a Catch2 unit test, and a change is accepted only when all four CUDA build variants pass — f32/f64 times cuFFT/VkFFT. That redundant build matrix matters later. The loop closes with diagnose-and-fix; this is exactly how the DMI race we'll discuss was caught and repaired.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of the effort, mined from git history. 155 commits over a month, ~137k lines of churn. The key point is the middle panel ratio: a test-to-source ratio of 0.55 and test cases growing in lockstep with features, from 7 to 345. This is test-driven development, not tests bolted on at the end — which is what made the cross-checking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Correctness. We reproduce all five µMAG standard problems and agree with the independent solvers within their mutual spread. For the dynamic switching problem SP#4, our ⟨mx⟩ at 1 ns is −0.979; the OOMMF double-precision anchor is −0.984; the reference is −0.986 — all within 2%. SP#1 crossover length matches mumax+, and our newly added SP#2 matches mumax3 to better than 0.006.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closer look at SP#2, which we implemented for this work: remanence and coercivity as a function of the reduced size d over the exchange length. Claude-SD (left) and the cross-solver overlay (right) track mumax3 to within 0.006 across the whole sweep, including the dip where flux closure sets in. This is a quantitative, not just qualitative,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Performance, the honest version. The capability matrix on the left shows where Claude-SD is broader (double precision, two backends). The landscape on the right shows a crossover near 0.1–0.5 million cells: below it our float32 build with CUDA-Graph replay is fastest — 5.3× over mumax3 on the SP#4 grid; above it the comparison becomes FFT-bound and the mumax family leads. Within Claude-SD, float32 is 4–6× faster than float64. The message: no single code wins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story in throughput terms. Left: milliseconds per field-evaluation versus cell count for every solver — note we normalize by field-evaluations because the codes use different-order integrators, which is the only fair comparison. Right: the per-scenario bars. Small/2-D goes to Claude-SD float32; the largest 3-D grids go to MuMax-CO, with Claude-SD within about 1.1×.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core result. We relax a seeded skyrmion across the DMI metastability boundary and record the topological charge Q. We found that the SAME build, run repeatedly with identical inputs, gave DIFFERENT Q — scatter up to 0.48 standard deviation, and crucially this happened even in double precision, so it is not a rounding-tolerance story. Meanwhile mumax3 was perfectly deterministic. A physically meaningful relaxation must not depend on thread scheduling, so this was a defect in our code — and the contrast with mumax3 is what flagged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Diagnosis by bisection: every field alone was deterministic, fixed-step RK4 was deterministic, but damped-LLG relaxation with DMI present scattered. The cause: the GPU DMI field carried its own CUDA stream but did not override the compositor's set_stream hook, so in single-stream mode — where the compositor skips inter-field synchronization — DMI ran concurrently and raced on the shared effective-field buffer. Near the bifurcation, last-bit differences flipped the topological sector. Adding the override collapses the Q standard deviation to zero across all builds, with all 113 GPU tests still green. The defect was invisible to any single build and to the standard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generalizable lesson. The agent did not write perfect code — it wrote a subtle concurrency bug that passed every unit test and every standard problem. What caught it was deliberately redundant design: multiple precisions, multiple FFT backends, and benchmarking against independent solvers. Discrepancy was the diagnostic. So the takeaway for AI-assisted scientific software is that cross-implementation validation should be a first-class design goal, precisely because the failure mode of agent code is plausible-looking code that is quietly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summarize: an AI agent built a validated, dual-precision GPU micromagnetic simulator with competitive performance and a unique capability set. More importantly, its redundant design exposed and let us fix a real GPU concurrency defect. Everything is open under GPLv3 and fully reproducible — one command regenerates every table and figure — and it will be archived with a citable DOI on release.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8288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Building &amp; validating a GPU micromagnetic simulator with an AI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1F77B4"/>
                </a:solidFill>
              </a:defRPr>
            </a:pPr>
            <a:r>
              <a:t>cross-implementation testing exposes a concurrency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444444"/>
                </a:solidFill>
              </a:defRPr>
            </a:pPr>
            <a:r>
              <a:t>Chun-Yeol You  ·  DGIST   |   target: npj Computational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Two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AI coding agents now write substantial scientific software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Q1  Can an agent build a *validated, performant* simulator — not a toy?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Q2  What verification makes the result trustworthy?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Micromagnetics: mature solvers (OOMMF, mumax3, mumax+), anchored to µMAG standard problems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Prior AI work *optimized* existing codes; building+validating from scratch is the harder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Claude-SpinDynamics (Claude-SD)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C++20 / CUDA core + Python API, built end-to-end with an AI agent (Claude Code)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Solves LLG / stochastic-LLG on structured grids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Distinctive capabilities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float32 AND float64  — unique among GPU micromagnetic codes (mumax family is f32-only)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two demag FFT backends: cuFFT and VkFFT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native SOT / STT / Zhang-Li, DMI, RKKY, magnetoelastic; per-cell materials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RK4 / RK45-DP / Heun + Relax/Minimize; auto-integrator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Agent-driven development &amp; architecture</a:t>
            </a:r>
          </a:p>
        </p:txBody>
      </p:sp>
      <p:pic>
        <p:nvPicPr>
          <p:cNvPr id="4" name="Picture 3" descr="Fig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Spec (CLAUDE.md): layers, SI conventions, test map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Loop: kernel + CPU reference + Catch2 test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Accept only if all 4 CUDA builds pass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Fail -&gt; diagnose -&gt; fix (e.g. DMI race)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1 — (a) AI-agent development &amp; verification loop; (b) Claude-SD architecture and capabilities.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Development is quantified</a:t>
            </a:r>
          </a:p>
        </p:txBody>
      </p:sp>
      <p:pic>
        <p:nvPicPr>
          <p:cNvPr id="4" name="Picture 3" descr="Fig6_dev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558850" cy="2442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07490" y="1280160"/>
            <a:ext cx="380988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155 commits over 31 days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+136k lines of code churn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tests 7 -&gt; 345 (test-driven)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test : source ratio = 0.55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25 effective-field implementations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6 — Agent-driven metrics: test-case growth, code composition, commit cadence.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Validation: µMAG standard problems SP#1–5</a:t>
            </a:r>
          </a:p>
        </p:txBody>
      </p:sp>
      <p:pic>
        <p:nvPicPr>
          <p:cNvPr id="4" name="Picture 3" descr="Fig2_umag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4318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Agrees with mumax3 / mumax+ / OOMMF within their spread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SP#4 &lt;mx&gt;(1ns): CS −0.979, OOMMF −0.984 (ref −0.986)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SP#1 L_c = 99.7 nm (CS = mumax+)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SP#2 (new): CS = mumax3 to ≤0.006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2 — µMAG standard problems SP#1–SP#5 reproduced (Claude-SD, double precision).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SP#2 remanence — cross-solver agreement</a:t>
            </a:r>
          </a:p>
        </p:txBody>
      </p:sp>
      <p:pic>
        <p:nvPicPr>
          <p:cNvPr id="4" name="Picture 3" descr="FigS3_s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547207" cy="2168454"/>
          </a:xfrm>
          <a:prstGeom prst="rect">
            <a:avLst/>
          </a:prstGeom>
        </p:spPr>
      </p:pic>
      <p:pic>
        <p:nvPicPr>
          <p:cNvPr id="5" name="Picture 4" descr="FigS3b_sp2_crosssol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167" y="1280160"/>
            <a:ext cx="5547207" cy="3669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S3 — SP#2 remanent ⟨m⟩/M_s and coercivity vs d/ℓ_ex; Claude-SD vs mumax3.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Performance: a precision/size trade-off</a:t>
            </a:r>
          </a:p>
        </p:txBody>
      </p:sp>
      <p:pic>
        <p:nvPicPr>
          <p:cNvPr id="4" name="Picture 3" descr="Fig5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280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Crossover ~0.1–0.5 M cells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Small / 2-D: CS f32 fastest (5.3× vs mumax3) — CUDA-Graph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Large 3-D: mumax3 / MuMax-CO lead (cuFFT-bound)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f32 = 4–6× f64 (Blackwell Tensor-Core)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No single code wins everywhere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5 — Solver capability matrix (left) and throughput landscape (right).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Performance: cross-solver throughput</a:t>
            </a:r>
          </a:p>
        </p:txBody>
      </p:sp>
      <p:pic>
        <p:nvPicPr>
          <p:cNvPr id="4" name="Picture 3" descr="Fig3a_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547207" cy="3698138"/>
          </a:xfrm>
          <a:prstGeom prst="rect">
            <a:avLst/>
          </a:prstGeom>
        </p:spPr>
      </p:pic>
      <p:pic>
        <p:nvPicPr>
          <p:cNvPr id="5" name="Picture 4" descr="Fig3b_scenario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167" y="1280160"/>
            <a:ext cx="5547207" cy="3081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3 — Throughput vs cell count (crossover) and per-scenario ms per field-eval.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The key result: a hidden defect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Relax a seeded skyrmion across the DMI boundary; record topological charge Q</a:t>
            </a:r>
          </a:p>
          <a:p>
            <a:pPr>
              <a:spcAft>
                <a:spcPts val="700"/>
              </a:spcAft>
              <a:defRPr sz="2200" b="1">
                <a:solidFill>
                  <a:srgbClr val="C02A2A"/>
                </a:solidFill>
              </a:defRPr>
            </a:pPr>
            <a:r>
              <a:t>• Same Claude-SD build, repeated identical runs  →  DIFFERENT Q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C02A2A"/>
                </a:solidFill>
              </a:defRPr>
            </a:pPr>
            <a:r>
              <a:t>   – run-to-run std of Q up to 0.48  — even in DOUBLE precision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Q scattered across topological sectors [−1.5, +1.5]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mumax3 (relax &amp; minimize): deterministic, robust  →  the diagnostic signal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A correct relaxation must not depend on thread scheduling  →  a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44444"/>
                </a:solidFill>
              </a:defRPr>
            </a:pPr>
            <a:r>
              <a:t>Fig. 4a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Diagnosis → fix → determinism restored</a:t>
            </a:r>
          </a:p>
        </p:txBody>
      </p:sp>
      <p:pic>
        <p:nvPicPr>
          <p:cNvPr id="4" name="Picture 3" descr="Fig4_race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2350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Bisection: only damped-LLG + DMI scattered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Cause: DMI GPU field missing set_stream override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-&gt; ran on its own stream, racing on d_H_out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(FieldSumGPU single-stream mode skips sync)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Fix: add override -&gt; std(Q) = 0, all builds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Invisible to single build &amp; standard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444444"/>
                </a:solidFill>
              </a:defRPr>
            </a:pPr>
            <a:r>
              <a:t>Fig 4 — Cross-validation exposes &amp; fixes a GPU stream race: Q before (scatter) → after (deterministic).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The agent did NOT write defect-free code — it wrote a subtle GPU race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…that passed every unit test and every standard problem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What caught it: deliberately redundant design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multiple precisions × FFT backends × independent solvers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Discrepancy (CS scatter vs mumax3 determinism) was the diagnostic</a:t>
            </a:r>
          </a:p>
          <a:p>
            <a:pPr>
              <a:spcAft>
                <a:spcPts val="700"/>
              </a:spcAft>
              <a:defRPr sz="2200" b="1">
                <a:solidFill>
                  <a:srgbClr val="C02A2A"/>
                </a:solidFill>
              </a:defRPr>
            </a:pPr>
            <a:r>
              <a:t>• Takeaway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for AI-built scientific software, cross-implementation validation must be a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first-class design goal — the failure mode is plausible code that is subtly wrong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An AI agent built a µMAG-validated, dual-precision GPU micromagnetic simulator</a:t>
            </a:r>
          </a:p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Competitive performance; uniquely offers double precision + two FFT backends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Its multi-build / multi-solver design exposed AND fixed a real GPU concurrency bug</a:t>
            </a:r>
          </a:p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Open &amp; reproducible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GPLv3 · github.com/mirryou-maker/Claude-SpinDynamics · Zenodo DOI (on release)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make_report.py regenerates every table &amp; figure from one results 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