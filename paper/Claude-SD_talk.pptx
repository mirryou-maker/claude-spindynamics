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1828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402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Building &amp; validating a GPU micromagnetic simulator with an AI coding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60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1F77B4"/>
                </a:solidFill>
              </a:defRPr>
            </a:pPr>
            <a:r>
              <a:t>cross-implementation testing exposes a concurrency defect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44444"/>
                </a:solidFill>
              </a:defRPr>
            </a:pPr>
            <a:r>
              <a:t>Chun-Yeol You  ·  DGIST   |   target: npj Computational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Two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F3A5F"/>
                </a:solidFill>
              </a:defRPr>
            </a:pPr>
            <a:r>
              <a:t>• AI coding agents now write substantial scientific software</a:t>
            </a:r>
          </a:p>
          <a:p>
            <a:pPr>
              <a:spcAft>
                <a:spcPts val="700"/>
              </a:spcAft>
              <a:defRPr sz="2200" b="0">
                <a:solidFill>
                  <a:srgbClr val="1F77B4"/>
                </a:solidFill>
              </a:defRPr>
            </a:pPr>
            <a:r>
              <a:t>• Q1  Can an agent build a *validated, performant* simulator — not a toy?</a:t>
            </a:r>
          </a:p>
          <a:p>
            <a:pPr>
              <a:spcAft>
                <a:spcPts val="700"/>
              </a:spcAft>
              <a:defRPr sz="2200" b="0">
                <a:solidFill>
                  <a:srgbClr val="1F77B4"/>
                </a:solidFill>
              </a:defRPr>
            </a:pPr>
            <a:r>
              <a:t>• Q2  What verification makes the result trustworthy?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444444"/>
                </a:solidFill>
              </a:defRPr>
            </a:pPr>
            <a:r>
              <a:t>   – Micromagnetics: mature solvers (OOMMF, mumax3, mumax+), anchored to µMAG standard problems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444444"/>
                </a:solidFill>
              </a:defRPr>
            </a:pPr>
            <a:r>
              <a:t>   – Prior AI work *optimized* existing codes; building+validating from scratch is the harder question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Claude-SpinDynamics (Claude-SD)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F3A5F"/>
                </a:solidFill>
              </a:defRPr>
            </a:pPr>
            <a:r>
              <a:t>• C++20 / CUDA core + Python API, built end-to-end with an AI agent (Claude Code)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444444"/>
                </a:solidFill>
              </a:defRPr>
            </a:pPr>
            <a:r>
              <a:t>   – Solves LLG / stochastic-LLG on structured grids</a:t>
            </a:r>
          </a:p>
          <a:p>
            <a:pPr>
              <a:spcAft>
                <a:spcPts val="700"/>
              </a:spcAft>
              <a:defRPr sz="2200" b="0">
                <a:solidFill>
                  <a:srgbClr val="1F77B4"/>
                </a:solidFill>
              </a:defRPr>
            </a:pPr>
            <a:r>
              <a:t>• Distinctive capabilities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444444"/>
                </a:solidFill>
              </a:defRPr>
            </a:pPr>
            <a:r>
              <a:t>   – float32 AND float64  — unique among GPU micromagnetic codes (mumax family is f32-only)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444444"/>
                </a:solidFill>
              </a:defRPr>
            </a:pPr>
            <a:r>
              <a:t>   – two demag FFT backends: cuFFT and VkFFT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444444"/>
                </a:solidFill>
              </a:defRPr>
            </a:pPr>
            <a:r>
              <a:t>   – native SOT / STT / Zhang-Li, DMI, RKKY, magnetoelastic; per-cell materials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444444"/>
                </a:solidFill>
              </a:defRPr>
            </a:pPr>
            <a:r>
              <a:t>   – RK4 / RK45-DP / Heun + Relax/Minimize; auto-integrator selection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Agent-driven development &amp; architecture</a:t>
            </a:r>
          </a:p>
        </p:txBody>
      </p:sp>
      <p:pic>
        <p:nvPicPr>
          <p:cNvPr id="4" name="Picture 3" descr="Fig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315017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657" y="1280160"/>
            <a:ext cx="4053718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Spec (CLAUDE.md): layers, SI conventions, test map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Loop: kernel + CPU reference + Catch2 test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Accept only if all 4 CUDA builds pass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Fail -&gt; diagnose -&gt; fix (e.g. DMI race)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Development is quantified</a:t>
            </a:r>
          </a:p>
        </p:txBody>
      </p:sp>
      <p:pic>
        <p:nvPicPr>
          <p:cNvPr id="4" name="Picture 3" descr="Fig6_dev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558850" cy="24427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07490" y="1280160"/>
            <a:ext cx="3809884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155 commits over 31 days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+136k lines of code churn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tests 7 -&gt; 345 (test-driven)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test : source ratio = 0.55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25 effective-field implementations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Validation: µMAG standard problems SP#1–5</a:t>
            </a:r>
          </a:p>
        </p:txBody>
      </p:sp>
      <p:pic>
        <p:nvPicPr>
          <p:cNvPr id="4" name="Picture 3" descr="Fig2_umag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315017" cy="4318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657" y="1280160"/>
            <a:ext cx="4053718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Agrees with mumax3 / mumax+ / OOMMF within their spread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SP#4 &lt;mx&gt;(1ns): CS −0.979, OOMMF −0.984 (ref −0.986)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SP#1 L_c = 99.7 nm (CS = mumax+)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SP#2 (new): CS = mumax3 to ≤0.006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SP#2 remanence — cross-solver agreement</a:t>
            </a:r>
          </a:p>
        </p:txBody>
      </p:sp>
      <p:pic>
        <p:nvPicPr>
          <p:cNvPr id="4" name="Picture 3" descr="FigS3_s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547207" cy="2168454"/>
          </a:xfrm>
          <a:prstGeom prst="rect">
            <a:avLst/>
          </a:prstGeom>
        </p:spPr>
      </p:pic>
      <p:pic>
        <p:nvPicPr>
          <p:cNvPr id="5" name="Picture 4" descr="FigS3b_sp2_crosssol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1280160"/>
            <a:ext cx="5547207" cy="3669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444444"/>
                </a:solidFill>
              </a:defRPr>
            </a:pPr>
            <a:r>
              <a:t>Remanent ⟨m⟩/M_s and coercivity vs d/ℓ_ex; Claude-SD vs mumax3 (≤0.006).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Performance: a precision/size trade-off</a:t>
            </a:r>
          </a:p>
        </p:txBody>
      </p:sp>
      <p:pic>
        <p:nvPicPr>
          <p:cNvPr id="4" name="Picture 3" descr="Fig5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315017" cy="28027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657" y="1280160"/>
            <a:ext cx="4053718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Crossover ~0.1–0.5 M cells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Small / 2-D: CS f32 fastest (5.3× vs mumax3) — CUDA-Graph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Large 3-D: mumax3 / MuMax-CO lead (cuFFT-bound)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f32 = 4–6× f64 (Blackwell Tensor-Core)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No single code wins everywhere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Performance: cross-solver throughput</a:t>
            </a:r>
          </a:p>
        </p:txBody>
      </p:sp>
      <p:pic>
        <p:nvPicPr>
          <p:cNvPr id="4" name="Picture 3" descr="Fig3a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547207" cy="3698138"/>
          </a:xfrm>
          <a:prstGeom prst="rect">
            <a:avLst/>
          </a:prstGeom>
        </p:spPr>
      </p:pic>
      <p:pic>
        <p:nvPicPr>
          <p:cNvPr id="5" name="Picture 4" descr="Fig3b_scenario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1280160"/>
            <a:ext cx="5547207" cy="30817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444444"/>
                </a:solidFill>
              </a:defRPr>
            </a:pPr>
            <a:r>
              <a:t>Throughput vs cell count (crossover ~0.1–0.5 M) and per-scenario ms/eval bars.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The key result: a hidden defect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F3A5F"/>
                </a:solidFill>
              </a:defRPr>
            </a:pPr>
            <a:r>
              <a:t>• Relax a seeded skyrmion across the DMI boundary; record topological charge Q</a:t>
            </a:r>
          </a:p>
          <a:p>
            <a:pPr>
              <a:spcAft>
                <a:spcPts val="700"/>
              </a:spcAft>
              <a:defRPr sz="2200" b="1">
                <a:solidFill>
                  <a:srgbClr val="C02A2A"/>
                </a:solidFill>
              </a:defRPr>
            </a:pPr>
            <a:r>
              <a:t>• Same Claude-SD build, repeated identical runs  →  DIFFERENT Q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C02A2A"/>
                </a:solidFill>
              </a:defRPr>
            </a:pPr>
            <a:r>
              <a:t>   – run-to-run std of Q up to 0.48  — even in DOUBLE precision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444444"/>
                </a:solidFill>
              </a:defRPr>
            </a:pPr>
            <a:r>
              <a:t>   – Q scattered across topological sectors [−1.5, +1.5]</a:t>
            </a:r>
          </a:p>
          <a:p>
            <a:pPr>
              <a:spcAft>
                <a:spcPts val="700"/>
              </a:spcAft>
              <a:defRPr sz="2200" b="0">
                <a:solidFill>
                  <a:srgbClr val="1F77B4"/>
                </a:solidFill>
              </a:defRPr>
            </a:pPr>
            <a:r>
              <a:t>• mumax3 (relax &amp; minimize): deterministic, robust  →  the diagnostic signal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444444"/>
                </a:solidFill>
              </a:defRPr>
            </a:pPr>
            <a:r>
              <a:t>   – A correct relaxation must not depend on thread scheduling  →  a defect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44444"/>
                </a:solidFill>
              </a:defRPr>
            </a:pPr>
            <a:r>
              <a:t>Fig. 4a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Diagnosis → fix → determinism restored</a:t>
            </a:r>
          </a:p>
        </p:txBody>
      </p:sp>
      <p:pic>
        <p:nvPicPr>
          <p:cNvPr id="4" name="Picture 3" descr="Fig4_race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315017" cy="23505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657" y="1280160"/>
            <a:ext cx="4053718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Bisection: only damped-LLG + DMI scattered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Cause: DMI GPU field missing set_stream override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-&gt; ran on its own stream, racing on d_H_out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(FieldSumGPU single-stream mode skips sync)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Fix: add override -&gt; std(Q) = 0, all builds</a:t>
            </a:r>
          </a:p>
          <a:p>
            <a:pPr>
              <a:spcAft>
                <a:spcPts val="800"/>
              </a:spcAft>
              <a:defRPr sz="1600">
                <a:solidFill>
                  <a:srgbClr val="444444"/>
                </a:solidFill>
              </a:defRPr>
            </a:pPr>
            <a:r>
              <a:t>• Invisible to single build &amp; standard problems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F3A5F"/>
                </a:solidFill>
              </a:defRPr>
            </a:pPr>
            <a:r>
              <a:t>• The agent did NOT write defect-free code — it wrote a subtle GPU race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444444"/>
                </a:solidFill>
              </a:defRPr>
            </a:pPr>
            <a:r>
              <a:t>   – …that passed every unit test and every standard problem</a:t>
            </a:r>
          </a:p>
          <a:p>
            <a:pPr>
              <a:spcAft>
                <a:spcPts val="700"/>
              </a:spcAft>
              <a:defRPr sz="2200" b="0">
                <a:solidFill>
                  <a:srgbClr val="1F77B4"/>
                </a:solidFill>
              </a:defRPr>
            </a:pPr>
            <a:r>
              <a:t>• What caught it: deliberately redundant design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444444"/>
                </a:solidFill>
              </a:defRPr>
            </a:pPr>
            <a:r>
              <a:t>   – multiple precisions × FFT backends × independent solvers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444444"/>
                </a:solidFill>
              </a:defRPr>
            </a:pPr>
            <a:r>
              <a:t>   – Discrepancy (CS scatter vs mumax3 determinism) was the diagnostic</a:t>
            </a:r>
          </a:p>
          <a:p>
            <a:pPr>
              <a:spcAft>
                <a:spcPts val="700"/>
              </a:spcAft>
              <a:defRPr sz="2200" b="1">
                <a:solidFill>
                  <a:srgbClr val="C02A2A"/>
                </a:solidFill>
              </a:defRPr>
            </a:pPr>
            <a:r>
              <a:t>• Takeaway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444444"/>
                </a:solidFill>
              </a:defRPr>
            </a:pPr>
            <a:r>
              <a:t>   – for AI-built scientific software, cross-implementation validation must be a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444444"/>
                </a:solidFill>
              </a:defRPr>
            </a:pPr>
            <a:r>
              <a:t>   – first-class design goal — the failure mode is plausible code that is subtly wrong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F3A5F"/>
                </a:solidFill>
              </a:defRPr>
            </a:pPr>
            <a:r>
              <a:t>• An AI agent built a µMAG-validated, dual-precision GPU micromagnetic simulator</a:t>
            </a:r>
          </a:p>
          <a:p>
            <a:pPr>
              <a:spcAft>
                <a:spcPts val="700"/>
              </a:spcAft>
              <a:defRPr sz="2200" b="0">
                <a:solidFill>
                  <a:srgbClr val="1F3A5F"/>
                </a:solidFill>
              </a:defRPr>
            </a:pPr>
            <a:r>
              <a:t>• Competitive performance; uniquely offers double precision + two FFT backends</a:t>
            </a:r>
          </a:p>
          <a:p>
            <a:pPr>
              <a:spcAft>
                <a:spcPts val="700"/>
              </a:spcAft>
              <a:defRPr sz="2200" b="0">
                <a:solidFill>
                  <a:srgbClr val="1F77B4"/>
                </a:solidFill>
              </a:defRPr>
            </a:pPr>
            <a:r>
              <a:t>• Its multi-build / multi-solver design exposed AND fixed a real GPU concurrency bug</a:t>
            </a:r>
          </a:p>
          <a:p>
            <a:pPr>
              <a:spcAft>
                <a:spcPts val="700"/>
              </a:spcAft>
              <a:defRPr sz="2200" b="0">
                <a:solidFill>
                  <a:srgbClr val="1F3A5F"/>
                </a:solidFill>
              </a:defRPr>
            </a:pPr>
            <a:r>
              <a:t>• Open &amp; reproducible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444444"/>
                </a:solidFill>
              </a:defRPr>
            </a:pPr>
            <a:r>
              <a:t>   – GPLv3 · github.com/mirryou-maker/Claude-SpinDynamics · Zenodo DOI (on release)</a:t>
            </a:r>
          </a:p>
          <a:p>
            <a:pPr lvl="1">
              <a:spcAft>
                <a:spcPts val="700"/>
              </a:spcAft>
              <a:defRPr sz="1900" b="0">
                <a:solidFill>
                  <a:srgbClr val="444444"/>
                </a:solidFill>
              </a:defRPr>
            </a:pPr>
            <a:r>
              <a:t>   – make_report.py regenerates every table &amp; figure from one results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